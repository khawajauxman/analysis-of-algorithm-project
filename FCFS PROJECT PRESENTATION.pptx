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 (µs)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500</c:v>
                  </c:pt>
                  <c:pt idx="4">
                    <c:v>1000</c:v>
                  </c:pt>
                  <c:pt idx="5">
                    <c:v>5000</c:v>
                  </c:pt>
                  <c:pt idx="6">
                    <c:v>10000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0.5</c:v>
                </c:pt>
                <c:pt idx="2">
                  <c:v>1</c:v>
                </c:pt>
                <c:pt idx="3">
                  <c:v>5</c:v>
                </c:pt>
                <c:pt idx="4">
                  <c:v>9</c:v>
                </c:pt>
                <c:pt idx="5">
                  <c:v>57</c:v>
                </c:pt>
                <c:pt idx="6">
                  <c:v>127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Input Size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 (µs)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E87722">
              <a:alpha val="30000"/>
            </a:srgbClr>
          </a:solidFill>
          <a:ln w="12700">
            <a:solidFill>
              <a:srgbClr val="E8772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Serve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(FCFS) Scheduling Algorithm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2011680" cy="274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Khawaja Usman Shabbir  |  Nabeel Razaq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·  Instructor: Mr. Muhammad Usman Sharif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FCFS?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577840" y="1188720"/>
            <a:ext cx="3291840" cy="3657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325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60720" y="1920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real-world queue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arrives first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served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301752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started, a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it finishes.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88720"/>
            <a:ext cx="64008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298448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CPU scheduler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161848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priorities, no look-ahead — just arrival order.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64008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67128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FIFO queue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48716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Out. Exactly what it sounds like.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64008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90088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chaos of multiple processes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331012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needs to pick who goes next — FCFS keeps it fair and simple.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03320"/>
            <a:ext cx="64008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13048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else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" y="413308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FCFS is step one to understanding all other schedulers.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all processes by arrival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107899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78992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Queue 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them in a FIFO queue — first arrived, first to run.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07899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8992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Skip idle gaps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1554480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CPU is free and next process hasn't arrived yet, fast-forward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2697480" cy="3840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Run fully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3101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process completely — no interruptions allowed.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82112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834640"/>
            <a:ext cx="2697480" cy="3840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Calculate metrics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3101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completion, turnaround, waiting &amp; response times.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9904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834640"/>
            <a:ext cx="2697480" cy="3840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Repeat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9632" y="33101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next process and do it all over again.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329184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931920" y="1115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31920" y="1508760"/>
            <a:ext cx="1085642" cy="548640"/>
          </a:xfrm>
          <a:prstGeom prst="rect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0" y="1508760"/>
            <a:ext cx="10856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94760" y="2103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54138" y="1508760"/>
            <a:ext cx="636755" cy="548640"/>
          </a:xfrm>
          <a:prstGeom prst="rect">
            <a:avLst/>
          </a:prstGeom>
          <a:solidFill>
            <a:srgbClr val="2E6D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4138" y="1508760"/>
            <a:ext cx="6367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6978" y="2103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27469" y="1508760"/>
            <a:ext cx="1758973" cy="54864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7469" y="1508760"/>
            <a:ext cx="17589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90309" y="2103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23018" y="1508760"/>
            <a:ext cx="1310086" cy="548640"/>
          </a:xfrm>
          <a:prstGeom prst="rect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23018" y="1508760"/>
            <a:ext cx="1310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85858" y="2103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86800" y="2103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9319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670048"/>
          <a:ext cx="4937760" cy="18288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320040" y="3474720"/>
            <a:ext cx="32918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474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Turnaround: </a:t>
            </a:r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 ms</a:t>
            </a:r>
            <a:pPr algn="ctr" indent="0" marL="0">
              <a:buNone/>
            </a:pPr>
            <a:r>
              <a:rPr lang="en-US" sz="1300" dirty="0">
                <a:solidFill>
                  <a:srgbClr val="8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Avg Waiting: </a:t>
            </a:r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 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2194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sort + one linear pass through all processes.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743200" cy="21945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261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Big-Ω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Ω(n)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93008" y="2542032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input is pre-sorted — sorting becomes O(n).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170432"/>
            <a:ext cx="2743200" cy="2194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261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37376" y="2542032"/>
            <a:ext cx="219456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growth for typical unsorted input.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0440"/>
            <a:ext cx="64008" cy="1417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total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just the array of n processes.   </a:t>
            </a:r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extra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only one variable (time) is maintained during scheduling.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 — Real Timing Data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97280"/>
            <a:ext cx="64008" cy="8961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2070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processes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25312" y="15270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in under 1 microsecond — effectively instant.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05740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057400"/>
            <a:ext cx="64008" cy="89611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16712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linear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25312" y="24871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n roughly doubles the time. Matches O(n log n) theory.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301752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3017520"/>
            <a:ext cx="64008" cy="8961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31272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spikes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25312" y="344728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predictable behaviour — same input, same time, every time.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60720" y="3977640"/>
            <a:ext cx="31089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977640"/>
            <a:ext cx="64008" cy="89611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5312" y="408736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processes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25312" y="440740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only ~127 µs. Blazing fast for what it does.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 &amp; Its Limits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Real-World Uses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Printer queues — docs print in order sent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 counters — customers served by arrival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 centres — callers answered in sequence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Batch processing — jobs run in submission 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 Simple embedded systems — low complexity needed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600200"/>
            <a:ext cx="393192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600200"/>
            <a:ext cx="54864" cy="960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Effect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process holds up all the short ones behind it — average wait skyrockets.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624328"/>
            <a:ext cx="393192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624328"/>
            <a:ext cx="54864" cy="960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944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processes can't jump the queue. Everything waits its turn.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648456"/>
            <a:ext cx="393192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648456"/>
            <a:ext cx="54864" cy="960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for interactive 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fast responses; FCFS can make a system feel sluggish.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FCFS Compare?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0175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Waiting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7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  ⬅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(convoy)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batch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(burst time known)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(high-priority)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is the starting point — not the finish line. It helps us understand what to improve.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667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54864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elegant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sort + one loop — that's literally the whole algorithm.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3667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4864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for batch systems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when all processes have similar burst times.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83667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15184"/>
            <a:ext cx="54864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effect is the villain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job can wreck average waiting time for everyone else.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83667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19856"/>
            <a:ext cx="54864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65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matched reality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empirical tests confirmed O(n log n) growth almost perfectly.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4224528"/>
            <a:ext cx="83667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224528"/>
            <a:ext cx="54864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starting point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advanced scheduler exists because FCFS had a problem to fix.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FCFS Scheduling Algorithm</dc:title>
  <dc:subject>PptxGenJS Presentation</dc:subject>
  <dc:creator>PptxGenJS</dc:creator>
  <cp:lastModifiedBy>PptxGenJS</cp:lastModifiedBy>
  <cp:revision>1</cp:revision>
  <dcterms:created xsi:type="dcterms:W3CDTF">2026-05-10T10:42:47Z</dcterms:created>
  <dcterms:modified xsi:type="dcterms:W3CDTF">2026-05-10T10:42:47Z</dcterms:modified>
</cp:coreProperties>
</file>